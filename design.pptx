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82"/>
  </p:normalViewPr>
  <p:slideViewPr>
    <p:cSldViewPr snapToGrid="0">
      <p:cViewPr varScale="1">
        <p:scale>
          <a:sx n="97" d="100"/>
          <a:sy n="97" d="100"/>
        </p:scale>
        <p:origin x="99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08:36:02.171"/>
    </inkml:context>
    <inkml:brush xml:id="br0">
      <inkml:brushProperty name="width" value="0.05" units="cm"/>
      <inkml:brushProperty name="height" value="0.05" units="cm"/>
      <inkml:brushProperty name="color" value="#E71225"/>
    </inkml:brush>
  </inkml:definitions>
  <inkml:trace contextRef="#ctx0" brushRef="#br0">224 334 24575,'-24'28'0,"4"-1"0,-2 5 0,2 6 0,2 7 0,0 2 0,0 20 0,1-11 0,8 5 0,-7 6 0,9-18 0,-5 32 0,1-38 0,4 10 0,2-29 0,5 0 0,0-3 0,0 8 0,0-3 0,0 11 0,0-5 0,0 5 0,0-6 0,0-6 0,0-1 0,0 0 0,0-3 0,5 3 0,0 0 0,9-4 0,2 10 0,3-10 0,1 10 0,-1-10 0,7 11 0,0-10 0,6 5 0,-6-6 0,10-4-6784,-9 3 6784,16-7 0,-4 9 0,6-4 0,0 1 0,0-2 0,7-5 0,-5 1 6784,12 0-6784,-13-1 0,14-4 0,-14-2 0,6-5 0,-7 0 0,0 0 0,0 0 0,0 0 0,0 0 0,0 0 0,-6 0 0,-2 0 0,-6 0 0,-6 0 0,0 0 0,-7 0 0,7-10 0,-5 0 0,6-22 0,-6-1 0,3-12 0,-1 0 0,1 0 0,-1-1 0,-4 1 0,-2 0 0,-5-7 0,6 5 0,-4-5 0,2 13 0,-4-4 0,0 10 0,-5-4 0,-1 0 0,-5 4 0,0-11 0,0 6 0,0-8 0,0-6 0,0 5 0,0-12 0,-11 5 0,-3-7 0,-10 8 0,-9-20 0,8 23 0,-13-10 0,9 21 0,-6-1 0,1 4 0,-1-4 0,2 12 0,6-4 0,-4 5 0,4 0 0,-1-4 0,-2 9 0,4-4 0,0 7 0,-4 3 0,5-3 0,-6 7 0,0-3 0,5 5 0,-4 0 0,5 4 0,-13 2 0,-1 4 0,-6 0 0,0 0 0,0 0 0,6 0 0,-4 0 0,4 5 0,0 1 0,2 9 0,-1-3 0,6 7 0,0-3 0,1 10 0,-5 10 0,7-7 0,-6 10 0,16-19 0,-2 10 0,6-10 0,1 0 0,5-3 0,0-7 0,0 3 0,4-5 0,2 1 0,3-5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08:36:04.243"/>
    </inkml:context>
    <inkml:brush xml:id="br0">
      <inkml:brushProperty name="width" value="0.05" units="cm"/>
      <inkml:brushProperty name="height" value="0.05" units="cm"/>
      <inkml:brushProperty name="color" value="#E71225"/>
    </inkml:brush>
  </inkml:definitions>
  <inkml:trace contextRef="#ctx0" brushRef="#br0">1 0 24575,'0'17'0,"0"28"0,0-14 0,0 12 0,0-15 0,0-7 0,0 10 0,0 0 0,0 6 0,0-10 0,0 9 0,0-16 0,0 5 0,0-11 0,0-1 0,0-5 0,0 6 0,0 0 0,0 10 0,0 2 0,0 11 0,0-5 0,0 0 0,0-8 0,0-5 0,0-5 0,0-1 0,0-4 0,0-1 0,0-3 0,0-1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08:36:06.665"/>
    </inkml:context>
    <inkml:brush xml:id="br0">
      <inkml:brushProperty name="width" value="0.05" units="cm"/>
      <inkml:brushProperty name="height" value="0.05" units="cm"/>
      <inkml:brushProperty name="color" value="#E71225"/>
    </inkml:brush>
  </inkml:definitions>
  <inkml:trace contextRef="#ctx0" brushRef="#br0">399 381 24575,'-8'0'0,"-4"0"0,3 4 0,-8 5 0,-4 12 0,-1 11 0,-21 25 0,10-1 0,-14 32 0,17-36 0,-10 38 0,10-38 0,1 25 0,7-23 0,10 5 0,0-12 0,5 5 0,2 0 0,5-5 0,0 12 0,0-5 0,0 6 0,0-6 0,0 5 0,11-5 0,3 7 0,15-6 0,-4-3 0,10 2 0,-5-6 0,7 7 0,6 1 0,-4-6 0,10 6 0,-12-2 0,11-9 0,-5 8 0,11-15 0,12 12 0,5-10 0,10-5 0,-3-4 0,9-17 0,-14 5 0,12-6 0,-22-6 0,14-1 0,-22-6 0,5 0 0,-15 0 0,0 0 0,0 0 0,0-5 0,-11-10 0,10-10 0,-14-8 0,17-3 0,10-15 0,-11 12 0,16-12 0,-27 17 0,12-3 0,-10-3 0,5-4 0,-6-5 0,9-15 0,-17 13 0,10-35 0,-25 35 0,7-33 0,-14 12 0,0-9 0,-6-6 0,0 8 0,0 8 0,0 19 0,0-1 0,-6-25 0,0 20 0,-2 0 0,-12-22 0,-8-16 0,0 6 0,8 15 0,-6-17 0,6 34 0,-12-27 0,6 22 0,-11-1 0,6 10 0,-11 5 0,5 7 0,-2 8 0,0 6 0,1 6 0,-8 5 0,-6 0 0,-2 11 0,-23 0 0,19 6 0,-18 0 0,14 0 0,-8 0 0,-1 0 0,2 0 0,8 0 0,0 0 0,7 0 0,-5 0 0,12 0 0,-5 0 0,13 0 0,2 0 0,11 4 0,2-3 0,10 7 0,0-7 0,6 7 0,-5-3 0,3 8 0,-4-3 0,5 8 0,0-4 0,3 0 0,-2 7 0,-2 0 0,0 2 0,-5 1 0,10-10 0,-4 4 0,8-8 0,-3 3 0,4-5 0,0-3 0,0-1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08:36:08.520"/>
    </inkml:context>
    <inkml:brush xml:id="br0">
      <inkml:brushProperty name="width" value="0.05" units="cm"/>
      <inkml:brushProperty name="height" value="0.05" units="cm"/>
      <inkml:brushProperty name="color" value="#E71225"/>
    </inkml:brush>
  </inkml:definitions>
  <inkml:trace contextRef="#ctx0" brushRef="#br0">90 63 24575,'8'-8'0,"55"-17"0,-20 16 0,10-2 0,0 2 0,-9 9 0,13 0 0,-20 0 0,-10 0 0,9 0 0,-10 0 0,-5 0 0,7 4 0,-12 6 0,8 5 0,-10 4 0,4-5 0,-8-1 0,4 1 0,-6-4 0,-3 3 0,-1-5 0,-4 1 0,0 9 0,0 9 0,-16 19 0,-11 10 0,-5-8 0,-17 14 0,13-20 0,-15 9 0,9-11 0,-5-4 0,7-7 0,-1-1 0,4-11 0,11 2 0,-4-8 0,10 3 0,0-5 0,3-4 0,7 3 0,-3-7 0,4 3 0,1-1 0,-1 2 0,-4 4 0,-1 0 0,-5 0 0,0 1 0,4-1 0,2 0 0,5-1 0,-1-3 0,0-1 0,11-4 0,10 0 0,12 0 0,13 0 0,-4 0 0,10 0 0,3 0 0,1 0 0,5 0 0,-14 0 0,6 0 0,-12 0 0,12 0 0,-12 0 0,5 0 0,-11 0 0,3 0 0,-8 0 0,3 0 0,-5 0 0,-1 0 0,-3 0 0,-2 0 0,-5 0 0,1 0 0,-1 0 0,-3 0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08:36:22.094"/>
    </inkml:context>
    <inkml:brush xml:id="br0">
      <inkml:brushProperty name="width" value="0.05" units="cm"/>
      <inkml:brushProperty name="height" value="0.05" units="cm"/>
      <inkml:brushProperty name="color" value="#E71225"/>
    </inkml:brush>
  </inkml:definitions>
  <inkml:trace contextRef="#ctx0" brushRef="#br0">1 150 24575,'0'31'0,"0"23"0,0 10 0,0 6 0,0-15 0,0 1 0,0 31 0,0-3 0,0 1 0,0-33 0,0 0 0,0 26 0,0 11 0,0 0 0,0-1 0,0-10 0,0-7 0,0-3 0,0 1 0,0-6 0,0-2 0,0-2 0,0-12 0,0 5 0,4-13 0,-3-2 0,8-11 0,-8-2 0,7-5 0,-6-5 0,5-1 0,-6-5 0,7 1 0,-7-1 0,6 0 0,-6 1 0,3-1 0,-1-4 0,5 0 0,11-9 0,19-1 0,9 0 0,22-6 0,10 5-819,20-1 819,-45 2 0,2-1-585,8 3 1,2 0 584,0-1 0,0 1 0,5 1 0,1-1 0,0 0 0,-2 1 0,-16 2 0,-1 0-310,9-2 1,-1-1 309,32 4 0,-42 1 0,0-2 0,2-2 0,-1 0 0,29 1 0,15-4 0,-16 0 0,7 5 0,-16-11 0,5 11 0,-13-4 0,6 5 744,-15 0-744,5 0 1178,-13 0-1178,7 0 685,-15 0-685,6 0 0,-12 0 0,0 0 0,-3 0 0,-8 0 0,-2 0 0,-6 0 0,-4 0 0,-1 0 0,1 0 0,-4-4 0,-2-10 0,-3-13 0,0-19 0,-5-16 0,-3-17 0,-6-11 0,7 36 0,0 1 0,-1-32 0,1 34 0,1-1 0,-2-30 0,-6-16 0,0 0 0,-5 9 0,10 31 0,1 0 0,-11-36 0,11 38 0,1 2 0,-6-25 0,6-6 0,-4-8 0,10 16 0,-10 4 0,10 41 0,-3 8 0,4 10 0,-4 4 0,-1 6 0,-3 4 0,0 0 0,0 0 0,0 0 0,-1-3 0,1-2 0,-1-4 0,5 1 0,0 0 0,0 3 0,3-3 0,-6 7 0,3-2 0,-4 3 0,-1 0 0,-4 0 0,-6 0 0,-7 4 0,-18 3 0,-12 4 0,-7 2 0,-22 0 0,3 13-409,34-15 1,-2 1 408,-3 5 0,-1 1 0,-1-3 0,-1-1 0,-4 1 0,1 0 0,-35 6 0,42-10 0,1-1 0,-22 3-252,-14 0 252,8 0 0,8-5 0,9-3 0,10-5 0,7 0 0,0 0 0,0 0 807,6 0-807,-4-5 262,4-1-262,0-5 0,2 0 0,6 6 0,0-5 0,0 9 0,0-3 0,0 4 0,-1 0 0,1 0 0,0 0 0,0 0 0,6 0 0,-5 0 0,14 0 0,-7 0 0,13 0 0,-3 0 0,2 0 0,-3 0 0,-3 4 0,-2 1 0,-6 5 0,5-1 0,-4 1 0,5-1 0,4 0 0,2-3 0,4-3 0,5-3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08:36:23.923"/>
    </inkml:context>
    <inkml:brush xml:id="br0">
      <inkml:brushProperty name="width" value="0.05" units="cm"/>
      <inkml:brushProperty name="height" value="0.05" units="cm"/>
      <inkml:brushProperty name="color" value="#E71225"/>
    </inkml:brush>
  </inkml:definitions>
  <inkml:trace contextRef="#ctx0" brushRef="#br0">0 0 24575,'26'0'0,"-7"0"0,8 0 0,11 0 0,-3 0 0,17 0 0,16 0 0,-23 0 0,37 0 0,-40 0 0,25 0 0,-20 0 0,-7 0 0,-4 0 0,-16 8 0,0-2 0,-6 17 0,-9-2 0,-1 16 0,-4-4 0,0 10 0,-10-4 0,-2 6 0,-16-5 0,-1-1 0,1-7 0,-4 2 0,5-8 0,-5 1 0,6-12 0,-4 0 0,5-5 0,-1 0 0,2 0 0,9-5 0,2-1 0,4-4 0,1 0 0,6 0 0,8-8 0,13 1 0,1-7 0,10 9 0,-5 0 0,6 5 0,0 0 0,0 0 0,6 0 0,-4 0 0,4 5 0,0 6 0,-4 5 0,-1 10 0,-2-4 0,-9 2 0,-1-4 0,-2-1 0,-8-5 0,3-1 0,-9-4 0,0-1 0,-4 1 0,0-1 0,0 5 0,0 1 0,0 5 0,0 0 0,0-5 0,-4 4 0,-5-8 0,-2 3 0,-2-4 0,5-1 0,3 1 0,-8 0 0,3 0 0,-9 0 0,-5 1 0,-2 0 0,0 0 0,-3-4 0,3 2 0,0-7 0,2 4 0,5-5 0,0 0 0,0 0 0,5 0 0,1 0 0,8 4 0,1-4 0,4 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C3ED0-E005-7E54-1C93-7DD879A94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4C8EF-780B-A9A8-FBE4-EE58F004A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1F119-D7DD-54BB-AF77-541B9DCC2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942-F489-D64D-AEDD-46E79DF57105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F8748-BDED-9200-568E-4BA9CBE95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C5AB0-E690-9B0B-33FE-45505B3FE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EDDED-911E-2F43-8447-379AAA3245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08441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D06E-58C9-27A4-4F4C-4BEFF29FC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A36BF-3323-4A10-5F3A-9BC88CE4F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01449-68A3-356D-5056-A79CA4E26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942-F489-D64D-AEDD-46E79DF57105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8D5ED-C7B8-DB68-243C-16C53622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D7808-23AC-7B4A-2606-4483DFA3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EDDED-911E-2F43-8447-379AAA3245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3322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7EDB-5A5D-135E-8CDE-085FDC565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93EDA-0B71-1055-27E2-CD9D26DB4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FD7D7-2D90-A783-E20C-0B7E440D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942-F489-D64D-AEDD-46E79DF57105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E05EC-E2DD-8F56-4B0D-842C07BC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66A5-2E6A-DA92-1E33-AECEFFD8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EDDED-911E-2F43-8447-379AAA3245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04145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DF54-C4B0-DC66-07D2-0FFB387D8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3E9FE-0A24-CF85-2D77-833E1E309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39946-6258-4116-13B6-00ECD66F4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EF986-2D4B-C57D-7509-F57C1AD53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942-F489-D64D-AEDD-46E79DF57105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083DC-D217-2EB4-87DE-E31445DE1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6CC71-CD17-A4CD-8E92-9D60EFEA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EDDED-911E-2F43-8447-379AAA3245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12690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93695-0E39-7F1D-68E5-CD2BE4C0E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28DD6-D883-ECFA-70F8-3FD7F30D9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67CAE-6BED-EBB4-D2E9-847F88E26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9FD1E2-DA67-03AA-BCA9-5F9F6FCD4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49842D-85C4-2B9E-2E46-743E9A6B5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59AE4-8095-D9A2-2E74-8E1F618E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942-F489-D64D-AEDD-46E79DF57105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34D197-F842-0B16-B455-6AD9FD13B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E5BD4-92F8-59BC-ED74-E0967CF62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EDDED-911E-2F43-8447-379AAA3245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76185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2563-F275-D11D-977D-0C5DEDCC4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1C147-709E-190E-DEB5-CB1B77546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942-F489-D64D-AEDD-46E79DF57105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097C8-C484-38F0-3400-F44A9B04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8F191-4C7D-A4F6-C0AD-7377129B1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EDDED-911E-2F43-8447-379AAA3245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19299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E0A59-2AF0-053E-C724-2C857F12D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942-F489-D64D-AEDD-46E79DF57105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77BCA-4797-5045-C358-8044BDD9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74A68-1D43-C7D2-B0F6-56D06D82B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EDDED-911E-2F43-8447-379AAA3245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13429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13E7-7882-9403-0BBF-2D7DE33DC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239A1-6F44-2D45-0486-9EAA449C8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59B06-C8A3-B2ED-E834-EBA380595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A5172-31DD-AE2C-91E8-0C3695549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942-F489-D64D-AEDD-46E79DF57105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48790-F4A6-2918-6411-CC80F114B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6F546-E287-EB4F-C8C9-3085E1F2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EDDED-911E-2F43-8447-379AAA3245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55852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DF8A-83E9-03AC-4D8A-E75F9D00D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107DA9-74D0-07F8-EF0A-5C81442FC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31D5E-0F41-5321-0C2D-8925FA6B2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42BD8-980F-42D6-F744-116F348F1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942-F489-D64D-AEDD-46E79DF57105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1CFB4-5BAF-0F42-854F-17361BC3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1963C-A804-5C3F-5F58-B6B313F6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EDDED-911E-2F43-8447-379AAA3245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5851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89E2-F082-2B29-9709-FAAD4932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EC83E-A122-130F-AB4D-13BFA7087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2A796-682E-E169-6797-096A5B07D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942-F489-D64D-AEDD-46E79DF57105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412B7-5ADE-8CB4-ECBE-4375DF52F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189DA-1786-D9CD-053F-EE0FF181C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EDDED-911E-2F43-8447-379AAA3245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28101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75260E-FEDA-E40F-9BE7-B0DB8F092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5DB97-234E-1D17-AADC-5FBC16938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62D20-EDAA-6142-DD92-55AA6B790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942-F489-D64D-AEDD-46E79DF57105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CE49C-611C-FBAD-1B01-F412FE744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72767-2027-3471-BFC6-870B216A7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EDDED-911E-2F43-8447-379AAA3245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2321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F7A12-DCCA-9B40-29D9-82FB5172C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6124F-BACA-7FC6-8177-C267D8A02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5024D-7431-98D9-A6E9-B8BD1E7B9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52942-F489-D64D-AEDD-46E79DF57105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85ED8-FF7C-A6B3-8D4B-4F99D5A684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5A642-77D4-F1C8-7BE5-BBCA1B733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FEDDED-911E-2F43-8447-379AAA3245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8498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506F39-CADF-84E9-72F5-945E6FDE744B}"/>
              </a:ext>
            </a:extLst>
          </p:cNvPr>
          <p:cNvSpPr/>
          <p:nvPr/>
        </p:nvSpPr>
        <p:spPr>
          <a:xfrm>
            <a:off x="2379023" y="1211283"/>
            <a:ext cx="3821418" cy="4108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B8D10D-0A93-B318-BC9C-3F3C15E62904}"/>
              </a:ext>
            </a:extLst>
          </p:cNvPr>
          <p:cNvSpPr/>
          <p:nvPr/>
        </p:nvSpPr>
        <p:spPr>
          <a:xfrm>
            <a:off x="6473882" y="1422482"/>
            <a:ext cx="4065320" cy="12706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Object</a:t>
            </a:r>
            <a:r>
              <a:rPr lang="zh-CN" altLang="en-US" dirty="0"/>
              <a:t> </a:t>
            </a:r>
            <a:r>
              <a:rPr lang="en-US" altLang="zh-CN" dirty="0"/>
              <a:t>id;</a:t>
            </a:r>
          </a:p>
          <a:p>
            <a:pPr algn="ctr"/>
            <a:r>
              <a:rPr lang="en-US" altLang="zh-CN" dirty="0"/>
              <a:t>Title;</a:t>
            </a:r>
          </a:p>
          <a:p>
            <a:pPr algn="ctr"/>
            <a:r>
              <a:rPr lang="en-US" altLang="zh-CN" dirty="0" err="1"/>
              <a:t>WikiMedia</a:t>
            </a:r>
            <a:r>
              <a:rPr lang="zh-CN" altLang="en-US" dirty="0"/>
              <a:t> </a:t>
            </a:r>
            <a:r>
              <a:rPr lang="en-US" altLang="zh-CN" dirty="0"/>
              <a:t>Commons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name;</a:t>
            </a:r>
          </a:p>
          <a:p>
            <a:pPr algn="ctr"/>
            <a:r>
              <a:rPr lang="en-US" altLang="zh-CN" dirty="0"/>
              <a:t>location</a:t>
            </a:r>
            <a:r>
              <a:rPr lang="zh-CN" altLang="en-US" dirty="0"/>
              <a:t> </a:t>
            </a:r>
            <a:endParaRPr lang="en-US" altLang="zh-CN" dirty="0"/>
          </a:p>
          <a:p>
            <a:pPr algn="ctr"/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E4C595-1DAA-EA8B-F224-0523FDFFE87F}"/>
              </a:ext>
            </a:extLst>
          </p:cNvPr>
          <p:cNvSpPr txBox="1"/>
          <p:nvPr/>
        </p:nvSpPr>
        <p:spPr>
          <a:xfrm>
            <a:off x="6473882" y="875020"/>
            <a:ext cx="377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Basic</a:t>
            </a:r>
            <a:r>
              <a:rPr lang="zh-CN" altLang="en-US" dirty="0"/>
              <a:t> </a:t>
            </a:r>
            <a:r>
              <a:rPr lang="en-US" altLang="zh-CN" dirty="0"/>
              <a:t>information(retrieve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display)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7B3F-1341-A86D-BD46-4C4FAECD0065}"/>
              </a:ext>
            </a:extLst>
          </p:cNvPr>
          <p:cNvSpPr/>
          <p:nvPr/>
        </p:nvSpPr>
        <p:spPr>
          <a:xfrm>
            <a:off x="6473882" y="3296805"/>
            <a:ext cx="1120239" cy="42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cardinal</a:t>
            </a:r>
          </a:p>
          <a:p>
            <a:pPr algn="ctr"/>
            <a:r>
              <a:rPr lang="en-US" altLang="zh-CN" dirty="0"/>
              <a:t>direction</a:t>
            </a:r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3EA404-E201-B150-974A-C3C0C424EC1C}"/>
              </a:ext>
            </a:extLst>
          </p:cNvPr>
          <p:cNvSpPr txBox="1"/>
          <p:nvPr/>
        </p:nvSpPr>
        <p:spPr>
          <a:xfrm>
            <a:off x="6473882" y="2817438"/>
            <a:ext cx="3721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Direction</a:t>
            </a:r>
            <a:r>
              <a:rPr lang="zh-CN" altLang="en-US" dirty="0"/>
              <a:t> </a:t>
            </a:r>
            <a:r>
              <a:rPr lang="en-US" altLang="zh-CN" dirty="0"/>
              <a:t>relative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location</a:t>
            </a:r>
            <a:r>
              <a:rPr lang="zh-CN" altLang="en-US" dirty="0"/>
              <a:t> </a:t>
            </a:r>
            <a:r>
              <a:rPr lang="en-US" altLang="zh-CN" dirty="0"/>
              <a:t>(input)</a:t>
            </a:r>
            <a:r>
              <a:rPr lang="zh-CN" altLang="en-US" dirty="0"/>
              <a:t> 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8A4C3A-2C7A-E85B-E9DA-874EA39CBA87}"/>
              </a:ext>
            </a:extLst>
          </p:cNvPr>
          <p:cNvSpPr/>
          <p:nvPr/>
        </p:nvSpPr>
        <p:spPr>
          <a:xfrm>
            <a:off x="10454345" y="3289298"/>
            <a:ext cx="592858" cy="42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Add</a:t>
            </a:r>
            <a:endParaRPr lang="en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27C96A-16B4-B088-70D9-DD00C7542CDF}"/>
              </a:ext>
            </a:extLst>
          </p:cNvPr>
          <p:cNvSpPr/>
          <p:nvPr/>
        </p:nvSpPr>
        <p:spPr>
          <a:xfrm>
            <a:off x="11178742" y="3289298"/>
            <a:ext cx="592858" cy="42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Del</a:t>
            </a:r>
            <a:endParaRPr lang="en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FEA31-E362-2B0C-073D-BA23F3165206}"/>
              </a:ext>
            </a:extLst>
          </p:cNvPr>
          <p:cNvSpPr txBox="1"/>
          <p:nvPr/>
        </p:nvSpPr>
        <p:spPr>
          <a:xfrm>
            <a:off x="6473882" y="4256543"/>
            <a:ext cx="2945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found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(other</a:t>
            </a:r>
            <a:r>
              <a:rPr lang="zh-CN" altLang="en-US" dirty="0"/>
              <a:t> </a:t>
            </a:r>
            <a:r>
              <a:rPr lang="en-US" altLang="zh-CN" dirty="0"/>
              <a:t>images)</a:t>
            </a:r>
            <a:endParaRPr lang="en-C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8F8A8-DF7D-FCA2-AEAB-78DBE477C32F}"/>
              </a:ext>
            </a:extLst>
          </p:cNvPr>
          <p:cNvSpPr txBox="1"/>
          <p:nvPr/>
        </p:nvSpPr>
        <p:spPr>
          <a:xfrm>
            <a:off x="7659337" y="3186770"/>
            <a:ext cx="1617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To/of/from/inside</a:t>
            </a:r>
          </a:p>
          <a:p>
            <a:r>
              <a:rPr lang="en-US" altLang="zh-CN" dirty="0"/>
              <a:t>(dropdown?)</a:t>
            </a:r>
            <a:endParaRPr lang="en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FC5A75-457E-890A-95E8-4E099D4DBE36}"/>
              </a:ext>
            </a:extLst>
          </p:cNvPr>
          <p:cNvSpPr/>
          <p:nvPr/>
        </p:nvSpPr>
        <p:spPr>
          <a:xfrm>
            <a:off x="9268336" y="3281173"/>
            <a:ext cx="1120239" cy="42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location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4E6E4-E12A-5FEE-BE36-D8662E7DB637}"/>
              </a:ext>
            </a:extLst>
          </p:cNvPr>
          <p:cNvSpPr/>
          <p:nvPr/>
        </p:nvSpPr>
        <p:spPr>
          <a:xfrm>
            <a:off x="6801703" y="4727367"/>
            <a:ext cx="1280252" cy="42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label</a:t>
            </a:r>
            <a:r>
              <a:rPr lang="zh-CN" altLang="en-US" dirty="0"/>
              <a:t> </a:t>
            </a:r>
            <a:r>
              <a:rPr lang="en-US" altLang="zh-CN" dirty="0"/>
              <a:t>num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743865-7C98-483A-CA83-A98233FE0CFA}"/>
              </a:ext>
            </a:extLst>
          </p:cNvPr>
          <p:cNvSpPr/>
          <p:nvPr/>
        </p:nvSpPr>
        <p:spPr>
          <a:xfrm>
            <a:off x="8760336" y="4702110"/>
            <a:ext cx="2249173" cy="42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Image</a:t>
            </a:r>
            <a:r>
              <a:rPr lang="zh-CN" altLang="en-US" dirty="0"/>
              <a:t> </a:t>
            </a:r>
            <a:r>
              <a:rPr lang="en-US" altLang="zh-CN" dirty="0"/>
              <a:t>id/filename</a:t>
            </a:r>
            <a:endParaRPr lang="en-C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5C6D7F-4B9C-DB99-BF26-7FA7F6B7A35C}"/>
              </a:ext>
            </a:extLst>
          </p:cNvPr>
          <p:cNvSpPr txBox="1"/>
          <p:nvPr/>
        </p:nvSpPr>
        <p:spPr>
          <a:xfrm>
            <a:off x="8303594" y="4727367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of</a:t>
            </a:r>
            <a:endParaRPr lang="en-CN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337534-831C-A5A4-2989-B1B1A76AFFC8}"/>
              </a:ext>
            </a:extLst>
          </p:cNvPr>
          <p:cNvGrpSpPr/>
          <p:nvPr/>
        </p:nvGrpSpPr>
        <p:grpSpPr>
          <a:xfrm>
            <a:off x="3011484" y="1605030"/>
            <a:ext cx="575640" cy="657360"/>
            <a:chOff x="3011484" y="1605030"/>
            <a:chExt cx="575640" cy="65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A906F0E-E277-B06D-9632-4E824579F7C1}"/>
                    </a:ext>
                  </a:extLst>
                </p14:cNvPr>
                <p14:cNvContentPartPr/>
                <p14:nvPr/>
              </p14:nvContentPartPr>
              <p14:xfrm>
                <a:off x="3011484" y="1605030"/>
                <a:ext cx="575640" cy="657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A906F0E-E277-B06D-9632-4E824579F7C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02484" y="1596390"/>
                  <a:ext cx="59328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688D0D8-C782-CB80-EC02-C383F3A45E0B}"/>
                    </a:ext>
                  </a:extLst>
                </p14:cNvPr>
                <p14:cNvContentPartPr/>
                <p14:nvPr/>
              </p14:nvContentPartPr>
              <p14:xfrm>
                <a:off x="3326124" y="1827150"/>
                <a:ext cx="360" cy="252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688D0D8-C782-CB80-EC02-C383F3A45E0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17484" y="1818150"/>
                  <a:ext cx="18000" cy="27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0A6582F-E794-BBCC-1175-5696C6E9CFDB}"/>
              </a:ext>
            </a:extLst>
          </p:cNvPr>
          <p:cNvGrpSpPr/>
          <p:nvPr/>
        </p:nvGrpSpPr>
        <p:grpSpPr>
          <a:xfrm>
            <a:off x="5327004" y="1750830"/>
            <a:ext cx="771840" cy="886680"/>
            <a:chOff x="5327004" y="1750830"/>
            <a:chExt cx="771840" cy="88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EEC40F5-AB9A-A47E-290F-1FCA733C615D}"/>
                    </a:ext>
                  </a:extLst>
                </p14:cNvPr>
                <p14:cNvContentPartPr/>
                <p14:nvPr/>
              </p14:nvContentPartPr>
              <p14:xfrm>
                <a:off x="5327004" y="1750830"/>
                <a:ext cx="771840" cy="886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EEC40F5-AB9A-A47E-290F-1FCA733C615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18004" y="1741830"/>
                  <a:ext cx="789480" cy="90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792E35C-4DA2-D369-63C8-5A1115B78EC2}"/>
                    </a:ext>
                  </a:extLst>
                </p14:cNvPr>
                <p14:cNvContentPartPr/>
                <p14:nvPr/>
              </p14:nvContentPartPr>
              <p14:xfrm>
                <a:off x="5690964" y="2179590"/>
                <a:ext cx="259920" cy="281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792E35C-4DA2-D369-63C8-5A1115B78EC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81964" y="2170950"/>
                  <a:ext cx="27756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EE391D4-45BD-D26D-815D-F317DE0648A1}"/>
              </a:ext>
            </a:extLst>
          </p:cNvPr>
          <p:cNvGrpSpPr/>
          <p:nvPr/>
        </p:nvGrpSpPr>
        <p:grpSpPr>
          <a:xfrm>
            <a:off x="2889444" y="3988590"/>
            <a:ext cx="972720" cy="713520"/>
            <a:chOff x="2889444" y="3988590"/>
            <a:chExt cx="972720" cy="71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F4641CE-92A6-BDF1-BF36-9E8CA77BBDD6}"/>
                    </a:ext>
                  </a:extLst>
                </p14:cNvPr>
                <p14:cNvContentPartPr/>
                <p14:nvPr/>
              </p14:nvContentPartPr>
              <p14:xfrm>
                <a:off x="2889444" y="3988590"/>
                <a:ext cx="972720" cy="713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F4641CE-92A6-BDF1-BF36-9E8CA77BBDD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80804" y="3979950"/>
                  <a:ext cx="990360" cy="73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2931AFD-3FA5-AE6F-620F-40F19F3D367E}"/>
                    </a:ext>
                  </a:extLst>
                </p14:cNvPr>
                <p14:cNvContentPartPr/>
                <p14:nvPr/>
              </p14:nvContentPartPr>
              <p14:xfrm>
                <a:off x="3249444" y="4278030"/>
                <a:ext cx="300240" cy="330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2931AFD-3FA5-AE6F-620F-40F19F3D367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40444" y="4269030"/>
                  <a:ext cx="317880" cy="348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4F8A824-B95C-7E67-595C-7D98053811E6}"/>
              </a:ext>
            </a:extLst>
          </p:cNvPr>
          <p:cNvSpPr txBox="1"/>
          <p:nvPr/>
        </p:nvSpPr>
        <p:spPr>
          <a:xfrm>
            <a:off x="261257" y="690354"/>
            <a:ext cx="1959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Possibly</a:t>
            </a:r>
            <a:r>
              <a:rPr lang="zh-CN" altLang="en-US" dirty="0"/>
              <a:t> </a:t>
            </a:r>
            <a:r>
              <a:rPr lang="en-US" altLang="zh-CN" dirty="0"/>
              <a:t>expandable</a:t>
            </a:r>
            <a:r>
              <a:rPr lang="zh-CN" altLang="en-US" dirty="0"/>
              <a:t> </a:t>
            </a:r>
            <a:r>
              <a:rPr lang="en-US" altLang="zh-CN" dirty="0"/>
              <a:t>directories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location</a:t>
            </a:r>
            <a:endParaRPr lang="en-C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BFEBC7-DA2A-2B82-E2B6-B0977A0D6067}"/>
              </a:ext>
            </a:extLst>
          </p:cNvPr>
          <p:cNvSpPr txBox="1"/>
          <p:nvPr/>
        </p:nvSpPr>
        <p:spPr>
          <a:xfrm>
            <a:off x="109453" y="1963866"/>
            <a:ext cx="227658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zh-CN" dirty="0"/>
              <a:t>A1</a:t>
            </a:r>
          </a:p>
          <a:p>
            <a:pPr marL="742950" lvl="1" indent="-285750">
              <a:buFontTx/>
              <a:buChar char="-"/>
            </a:pPr>
            <a:r>
              <a:rPr lang="en-US" altLang="zh-CN" dirty="0" err="1"/>
              <a:t>Img</a:t>
            </a:r>
            <a:r>
              <a:rPr lang="zh-CN" altLang="en-US" dirty="0"/>
              <a:t> </a:t>
            </a:r>
            <a:r>
              <a:rPr lang="en-US" altLang="zh-CN" dirty="0"/>
              <a:t>name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endParaRPr lang="en-US" altLang="zh-CN" dirty="0"/>
          </a:p>
          <a:p>
            <a:pPr lvl="2"/>
            <a:r>
              <a:rPr lang="en-US" altLang="zh-CN" dirty="0"/>
              <a:t>Thumbnail,</a:t>
            </a:r>
            <a:r>
              <a:rPr lang="zh-CN" altLang="en-US" dirty="0"/>
              <a:t> </a:t>
            </a:r>
            <a:endParaRPr lang="en-US" altLang="zh-CN" dirty="0"/>
          </a:p>
          <a:p>
            <a:pPr lvl="2"/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en-US" altLang="zh-CN" dirty="0" err="1"/>
              <a:t>Img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en-US" altLang="zh-CN" dirty="0" err="1"/>
              <a:t>Img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en-US" altLang="zh-CN" dirty="0"/>
              <a:t>Temple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Bel</a:t>
            </a:r>
          </a:p>
          <a:p>
            <a:pPr marL="742950" lvl="1" indent="-285750">
              <a:buFontTx/>
              <a:buChar char="-"/>
            </a:pPr>
            <a:r>
              <a:rPr lang="en-US" altLang="zh-CN" dirty="0" err="1"/>
              <a:t>Img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en-US" altLang="zh-CN" dirty="0" err="1"/>
              <a:t>Img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en-US" altLang="zh-CN" dirty="0" err="1"/>
              <a:t>Img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en-US" altLang="zh-CN" dirty="0"/>
              <a:t>…</a:t>
            </a:r>
            <a:endParaRPr lang="en-CN" altLang="zh-CN" dirty="0"/>
          </a:p>
          <a:p>
            <a:pPr marL="285750" indent="-285750">
              <a:buFontTx/>
              <a:buChar char="-"/>
            </a:pPr>
            <a:r>
              <a:rPr lang="en-US" altLang="zh-CN" dirty="0"/>
              <a:t>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C95418-EB8A-8ADD-809E-D15593ABE6EF}"/>
              </a:ext>
            </a:extLst>
          </p:cNvPr>
          <p:cNvSpPr txBox="1"/>
          <p:nvPr/>
        </p:nvSpPr>
        <p:spPr>
          <a:xfrm>
            <a:off x="6420775" y="3653222"/>
            <a:ext cx="1192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dropdown</a:t>
            </a: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4872A0-65BB-89BE-CA4E-C068680D066B}"/>
              </a:ext>
            </a:extLst>
          </p:cNvPr>
          <p:cNvSpPr txBox="1"/>
          <p:nvPr/>
        </p:nvSpPr>
        <p:spPr>
          <a:xfrm>
            <a:off x="8303594" y="-417642"/>
            <a:ext cx="3425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location of point of view" (P7108)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84418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6054</TotalTime>
  <Words>87</Words>
  <Application>Microsoft Macintosh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Weining Fang</dc:creator>
  <cp:lastModifiedBy>Weining Fang</cp:lastModifiedBy>
  <cp:revision>5</cp:revision>
  <dcterms:created xsi:type="dcterms:W3CDTF">2025-08-01T08:23:21Z</dcterms:created>
  <dcterms:modified xsi:type="dcterms:W3CDTF">2025-08-15T15:18:11Z</dcterms:modified>
</cp:coreProperties>
</file>